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2FD235-32CF-4C9B-AD3C-A723B06C34FB}" v="1" dt="2026-07-24T13:03:09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K" userId="231e40abb5089e23" providerId="LiveId" clId="{DE737995-F055-4DF3-A350-9791FE1EDA52}"/>
    <pc:docChg chg="undo custSel addSld delSld modSld">
      <pc:chgData name="Naveen K" userId="231e40abb5089e23" providerId="LiveId" clId="{DE737995-F055-4DF3-A350-9791FE1EDA52}" dt="2026-07-24T13:03:27.145" v="75" actId="1076"/>
      <pc:docMkLst>
        <pc:docMk/>
      </pc:docMkLst>
      <pc:sldChg chg="addSp delSp modSp mod">
        <pc:chgData name="Naveen K" userId="231e40abb5089e23" providerId="LiveId" clId="{DE737995-F055-4DF3-A350-9791FE1EDA52}" dt="2026-07-24T13:01:55.898" v="50" actId="14100"/>
        <pc:sldMkLst>
          <pc:docMk/>
          <pc:sldMk cId="0" sldId="257"/>
        </pc:sldMkLst>
        <pc:spChg chg="add del">
          <ac:chgData name="Naveen K" userId="231e40abb5089e23" providerId="LiveId" clId="{DE737995-F055-4DF3-A350-9791FE1EDA52}" dt="2026-07-24T13:01:20.720" v="45" actId="22"/>
          <ac:spMkLst>
            <pc:docMk/>
            <pc:sldMk cId="0" sldId="257"/>
            <ac:spMk id="15" creationId="{AF5531C9-097D-8BA4-A115-39831B8C7362}"/>
          </ac:spMkLst>
        </pc:spChg>
        <pc:picChg chg="del">
          <ac:chgData name="Naveen K" userId="231e40abb5089e23" providerId="LiveId" clId="{DE737995-F055-4DF3-A350-9791FE1EDA52}" dt="2026-07-24T13:01:17.159" v="42" actId="478"/>
          <ac:picMkLst>
            <pc:docMk/>
            <pc:sldMk cId="0" sldId="257"/>
            <ac:picMk id="8" creationId="{00000000-0000-0000-0000-000000000000}"/>
          </ac:picMkLst>
        </pc:picChg>
        <pc:picChg chg="add mod">
          <ac:chgData name="Naveen K" userId="231e40abb5089e23" providerId="LiveId" clId="{DE737995-F055-4DF3-A350-9791FE1EDA52}" dt="2026-07-24T13:01:55.898" v="50" actId="14100"/>
          <ac:picMkLst>
            <pc:docMk/>
            <pc:sldMk cId="0" sldId="257"/>
            <ac:picMk id="17" creationId="{339E4A6A-F054-119D-0C06-63B8B73C33B4}"/>
          </ac:picMkLst>
        </pc:picChg>
      </pc:sldChg>
      <pc:sldChg chg="modSp mod">
        <pc:chgData name="Naveen K" userId="231e40abb5089e23" providerId="LiveId" clId="{DE737995-F055-4DF3-A350-9791FE1EDA52}" dt="2026-07-24T13:02:37.268" v="56" actId="14100"/>
        <pc:sldMkLst>
          <pc:docMk/>
          <pc:sldMk cId="0" sldId="258"/>
        </pc:sldMkLst>
        <pc:spChg chg="mod">
          <ac:chgData name="Naveen K" userId="231e40abb5089e23" providerId="LiveId" clId="{DE737995-F055-4DF3-A350-9791FE1EDA52}" dt="2026-07-24T13:02:26.628" v="53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Naveen K" userId="231e40abb5089e23" providerId="LiveId" clId="{DE737995-F055-4DF3-A350-9791FE1EDA52}" dt="2026-07-24T13:02:30.422" v="54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Naveen K" userId="231e40abb5089e23" providerId="LiveId" clId="{DE737995-F055-4DF3-A350-9791FE1EDA52}" dt="2026-07-24T13:02:34.240" v="55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veen K" userId="231e40abb5089e23" providerId="LiveId" clId="{DE737995-F055-4DF3-A350-9791FE1EDA52}" dt="2026-07-24T13:02:37.268" v="56" actId="14100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mod">
        <pc:chgData name="Naveen K" userId="231e40abb5089e23" providerId="LiveId" clId="{DE737995-F055-4DF3-A350-9791FE1EDA52}" dt="2026-07-24T13:02:51.342" v="60" actId="14100"/>
        <pc:sldMkLst>
          <pc:docMk/>
          <pc:sldMk cId="0" sldId="259"/>
        </pc:sldMkLst>
        <pc:spChg chg="mod">
          <ac:chgData name="Naveen K" userId="231e40abb5089e23" providerId="LiveId" clId="{DE737995-F055-4DF3-A350-9791FE1EDA52}" dt="2026-07-24T13:02:42.655" v="5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veen K" userId="231e40abb5089e23" providerId="LiveId" clId="{DE737995-F055-4DF3-A350-9791FE1EDA52}" dt="2026-07-24T13:02:46.521" v="58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veen K" userId="231e40abb5089e23" providerId="LiveId" clId="{DE737995-F055-4DF3-A350-9791FE1EDA52}" dt="2026-07-24T13:02:48.822" v="59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Naveen K" userId="231e40abb5089e23" providerId="LiveId" clId="{DE737995-F055-4DF3-A350-9791FE1EDA52}" dt="2026-07-24T13:02:51.342" v="60" actId="14100"/>
          <ac:spMkLst>
            <pc:docMk/>
            <pc:sldMk cId="0" sldId="259"/>
            <ac:spMk id="7" creationId="{00000000-0000-0000-0000-000000000000}"/>
          </ac:spMkLst>
        </pc:spChg>
        <pc:picChg chg="del">
          <ac:chgData name="Naveen K" userId="231e40abb5089e23" providerId="LiveId" clId="{DE737995-F055-4DF3-A350-9791FE1EDA52}" dt="2026-07-24T12:45:45.661" v="12" actId="478"/>
          <ac:picMkLst>
            <pc:docMk/>
            <pc:sldMk cId="0" sldId="259"/>
            <ac:picMk id="3" creationId="{00000000-0000-0000-0000-000000000000}"/>
          </ac:picMkLst>
        </pc:picChg>
        <pc:picChg chg="del">
          <ac:chgData name="Naveen K" userId="231e40abb5089e23" providerId="LiveId" clId="{DE737995-F055-4DF3-A350-9791FE1EDA52}" dt="2026-07-24T12:41:33.144" v="0" actId="478"/>
          <ac:picMkLst>
            <pc:docMk/>
            <pc:sldMk cId="0" sldId="259"/>
            <ac:picMk id="8" creationId="{00000000-0000-0000-0000-000000000000}"/>
          </ac:picMkLst>
        </pc:picChg>
        <pc:picChg chg="add del mod">
          <ac:chgData name="Naveen K" userId="231e40abb5089e23" providerId="LiveId" clId="{DE737995-F055-4DF3-A350-9791FE1EDA52}" dt="2026-07-24T12:45:31.012" v="5" actId="478"/>
          <ac:picMkLst>
            <pc:docMk/>
            <pc:sldMk cId="0" sldId="259"/>
            <ac:picMk id="15" creationId="{069ADDBE-3A04-EB22-299E-EFBE7634F719}"/>
          </ac:picMkLst>
        </pc:picChg>
        <pc:picChg chg="add del mod">
          <ac:chgData name="Naveen K" userId="231e40abb5089e23" providerId="LiveId" clId="{DE737995-F055-4DF3-A350-9791FE1EDA52}" dt="2026-07-24T12:45:42.742" v="11" actId="22"/>
          <ac:picMkLst>
            <pc:docMk/>
            <pc:sldMk cId="0" sldId="259"/>
            <ac:picMk id="17" creationId="{43DA2DC6-A243-72AC-32FB-3CE363595A4F}"/>
          </ac:picMkLst>
        </pc:picChg>
      </pc:sldChg>
      <pc:sldChg chg="addSp delSp modSp mod">
        <pc:chgData name="Naveen K" userId="231e40abb5089e23" providerId="LiveId" clId="{DE737995-F055-4DF3-A350-9791FE1EDA52}" dt="2026-07-24T12:53:13.964" v="26" actId="14100"/>
        <pc:sldMkLst>
          <pc:docMk/>
          <pc:sldMk cId="0" sldId="261"/>
        </pc:sldMkLst>
        <pc:picChg chg="del">
          <ac:chgData name="Naveen K" userId="231e40abb5089e23" providerId="LiveId" clId="{DE737995-F055-4DF3-A350-9791FE1EDA52}" dt="2026-07-24T12:52:59.556" v="22" actId="478"/>
          <ac:picMkLst>
            <pc:docMk/>
            <pc:sldMk cId="0" sldId="261"/>
            <ac:picMk id="3" creationId="{00000000-0000-0000-0000-000000000000}"/>
          </ac:picMkLst>
        </pc:picChg>
        <pc:picChg chg="del">
          <ac:chgData name="Naveen K" userId="231e40abb5089e23" providerId="LiveId" clId="{DE737995-F055-4DF3-A350-9791FE1EDA52}" dt="2026-07-24T12:52:50.568" v="17" actId="478"/>
          <ac:picMkLst>
            <pc:docMk/>
            <pc:sldMk cId="0" sldId="261"/>
            <ac:picMk id="5" creationId="{00000000-0000-0000-0000-000000000000}"/>
          </ac:picMkLst>
        </pc:picChg>
        <pc:picChg chg="add mod">
          <ac:chgData name="Naveen K" userId="231e40abb5089e23" providerId="LiveId" clId="{DE737995-F055-4DF3-A350-9791FE1EDA52}" dt="2026-07-24T12:53:13.964" v="26" actId="14100"/>
          <ac:picMkLst>
            <pc:docMk/>
            <pc:sldMk cId="0" sldId="261"/>
            <ac:picMk id="18" creationId="{827CF627-7961-BAB5-5E26-A528BC5BFC06}"/>
          </ac:picMkLst>
        </pc:picChg>
      </pc:sldChg>
      <pc:sldChg chg="addSp delSp modSp mod">
        <pc:chgData name="Naveen K" userId="231e40abb5089e23" providerId="LiveId" clId="{DE737995-F055-4DF3-A350-9791FE1EDA52}" dt="2026-07-24T13:01:00.555" v="41" actId="14100"/>
        <pc:sldMkLst>
          <pc:docMk/>
          <pc:sldMk cId="0" sldId="262"/>
        </pc:sldMkLst>
        <pc:spChg chg="add del">
          <ac:chgData name="Naveen K" userId="231e40abb5089e23" providerId="LiveId" clId="{DE737995-F055-4DF3-A350-9791FE1EDA52}" dt="2026-07-24T13:00:13.540" v="31" actId="22"/>
          <ac:spMkLst>
            <pc:docMk/>
            <pc:sldMk cId="0" sldId="262"/>
            <ac:spMk id="14" creationId="{B466E88E-81B3-B4B1-F725-63045600F21E}"/>
          </ac:spMkLst>
        </pc:spChg>
        <pc:picChg chg="del">
          <ac:chgData name="Naveen K" userId="231e40abb5089e23" providerId="LiveId" clId="{DE737995-F055-4DF3-A350-9791FE1EDA52}" dt="2026-07-24T13:00:07.542" v="28" actId="478"/>
          <ac:picMkLst>
            <pc:docMk/>
            <pc:sldMk cId="0" sldId="262"/>
            <ac:picMk id="4" creationId="{00000000-0000-0000-0000-000000000000}"/>
          </ac:picMkLst>
        </pc:picChg>
        <pc:picChg chg="add mod">
          <ac:chgData name="Naveen K" userId="231e40abb5089e23" providerId="LiveId" clId="{DE737995-F055-4DF3-A350-9791FE1EDA52}" dt="2026-07-24T13:01:00.555" v="41" actId="14100"/>
          <ac:picMkLst>
            <pc:docMk/>
            <pc:sldMk cId="0" sldId="262"/>
            <ac:picMk id="16" creationId="{F23C866C-6DBD-A9EF-5D13-89746F2473A3}"/>
          </ac:picMkLst>
        </pc:picChg>
      </pc:sldChg>
      <pc:sldChg chg="del">
        <pc:chgData name="Naveen K" userId="231e40abb5089e23" providerId="LiveId" clId="{DE737995-F055-4DF3-A350-9791FE1EDA52}" dt="2026-07-24T12:58:12.691" v="27" actId="2696"/>
        <pc:sldMkLst>
          <pc:docMk/>
          <pc:sldMk cId="0" sldId="263"/>
        </pc:sldMkLst>
      </pc:sldChg>
      <pc:sldChg chg="addSp modSp new mod">
        <pc:chgData name="Naveen K" userId="231e40abb5089e23" providerId="LiveId" clId="{DE737995-F055-4DF3-A350-9791FE1EDA52}" dt="2026-07-24T13:03:27.145" v="75" actId="1076"/>
        <pc:sldMkLst>
          <pc:docMk/>
          <pc:sldMk cId="3235917830" sldId="264"/>
        </pc:sldMkLst>
        <pc:spChg chg="add mod">
          <ac:chgData name="Naveen K" userId="231e40abb5089e23" providerId="LiveId" clId="{DE737995-F055-4DF3-A350-9791FE1EDA52}" dt="2026-07-24T13:03:27.145" v="75" actId="1076"/>
          <ac:spMkLst>
            <pc:docMk/>
            <pc:sldMk cId="3235917830" sldId="264"/>
            <ac:spMk id="4" creationId="{1DB124A1-EB0A-34B8-1E5D-32B5009BF7B5}"/>
          </ac:spMkLst>
        </pc:spChg>
        <pc:picChg chg="add mod">
          <ac:chgData name="Naveen K" userId="231e40abb5089e23" providerId="LiveId" clId="{DE737995-F055-4DF3-A350-9791FE1EDA52}" dt="2026-07-24T12:45:58.277" v="16" actId="14100"/>
          <ac:picMkLst>
            <pc:docMk/>
            <pc:sldMk cId="3235917830" sldId="264"/>
            <ac:picMk id="3" creationId="{1CD6277A-176C-BDDA-5415-9E5AFAD4AD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4083248"/>
            <a:ext cx="3790950" cy="561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425" y="2212627"/>
            <a:ext cx="9191148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Urbanist"/>
              </a:rPr>
              <a:t>Expert Decision </a:t>
            </a:r>
            <a:r>
              <a:rPr sz="4800" b="1" i="0" u="none">
                <a:solidFill>
                  <a:srgbClr val="38BDF8"/>
                </a:solidFill>
                <a:latin typeface="Urbanist"/>
              </a:rPr>
              <a:t>Replay</a:t>
            </a:r>
            <a:r>
              <a:rPr sz="4800" b="1" i="0" u="none">
                <a:solidFill>
                  <a:srgbClr val="F8FAFC"/>
                </a:solidFill>
                <a:latin typeface="Urbanist"/>
              </a:rPr>
              <a:t>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6062" y="3073598"/>
            <a:ext cx="66198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94A3B8"/>
                </a:solidFill>
                <a:latin typeface="Urbanist Medium"/>
              </a:rPr>
              <a:t>Complete Implementation Specification &amp; Architectural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5800" y="4235648"/>
            <a:ext cx="3200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Urbanist"/>
              </a:rPr>
              <a:t>Enterprise Decision-Governance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205037"/>
            <a:ext cx="4953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The Platform: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An enterprise application designed to track, analyze, audit, and replay organizational decision-making processes.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67062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Prevents Knowledge Loss: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Centralizes historical decision rationale, options considered, and formal meeting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871912"/>
            <a:ext cx="4953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Structured Governance: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Enforces automated approval workflows based on risk and category, eliminating informal chat-based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833937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Accelerated Onboarding: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New team members can review fully documented past choices, alternatives, and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Executive </a:t>
            </a:r>
            <a:r>
              <a:rPr sz="3300" b="1" i="0" u="none">
                <a:solidFill>
                  <a:srgbClr val="38BDF8"/>
                </a:solidFill>
                <a:latin typeface="Urbanist"/>
              </a:rPr>
              <a:t>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62187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4212"/>
            <a:ext cx="952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9062"/>
            <a:ext cx="9525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91087"/>
            <a:ext cx="95250" cy="95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9E4A6A-F054-119D-0C06-63B8B73C3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185" y="1741444"/>
            <a:ext cx="5566253" cy="4035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Architecture &amp; </a:t>
            </a:r>
            <a:r>
              <a:rPr sz="3300" b="1" i="0" u="none">
                <a:solidFill>
                  <a:srgbClr val="38BDF8"/>
                </a:solidFill>
                <a:latin typeface="Urbanist"/>
              </a:rPr>
              <a:t>Stack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2771775" cy="180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462212"/>
            <a:ext cx="9083187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8FAFC"/>
                </a:solidFill>
                <a:latin typeface="Urbanist"/>
              </a:rPr>
              <a:t>Backend API (</a:t>
            </a:r>
            <a:r>
              <a:rPr sz="1350" b="1" i="0" u="none" dirty="0" err="1">
                <a:solidFill>
                  <a:srgbClr val="F8FAFC"/>
                </a:solidFill>
                <a:latin typeface="Urbanist"/>
              </a:rPr>
              <a:t>FastAPI</a:t>
            </a:r>
            <a:r>
              <a:rPr sz="1350" b="1" i="0" u="none" dirty="0">
                <a:solidFill>
                  <a:srgbClr val="F8FAFC"/>
                </a:solidFill>
                <a:latin typeface="Urbanist"/>
              </a:rPr>
              <a:t>):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Python 3.11+ running on a 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Uvicorn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server</a:t>
            </a:r>
            <a:r>
              <a:rPr lang="en-US" sz="135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handling high-performance RESTful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167062"/>
            <a:ext cx="796290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8FAFC"/>
                </a:solidFill>
                <a:latin typeface="Urbanist"/>
              </a:rPr>
              <a:t>Database (PostgreSQL):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Relational structured data managed via 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SQLAlchemy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ORM with strict static type-checking.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871912"/>
            <a:ext cx="796290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8FAFC"/>
                </a:solidFill>
                <a:latin typeface="Urbanist"/>
              </a:rPr>
              <a:t>Frontend UI (Flask + JS):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Server-rendered UI integrated with interactive Vanilla JavaScript (decision.js).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576762"/>
            <a:ext cx="8359705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8FAFC"/>
                </a:solidFill>
                <a:latin typeface="Urbanist"/>
              </a:rPr>
              <a:t>Modern Styling: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Glassmorphism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UI utilizing custom Bootstrap 5, 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Lucide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icons, and real-time polling logic.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19362"/>
            <a:ext cx="9525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4212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9062"/>
            <a:ext cx="952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33912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4" y="2205037"/>
            <a:ext cx="8922413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8FAFC"/>
                </a:solidFill>
                <a:latin typeface="Urbanist"/>
              </a:rPr>
              <a:t>Users Table: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The central identity hub tracking authentication (`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hashed_password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`, `role`) and mapping platform-wide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4" y="2909887"/>
            <a:ext cx="8641059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8FAFC"/>
                </a:solidFill>
                <a:latin typeface="Urbanist"/>
              </a:rPr>
              <a:t>Decisions &amp; Alternatives: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The parent entity storing active state (`status`, `category`), directly linked to quantitative options (`cost`, `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risk_level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`).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4" y="3871912"/>
            <a:ext cx="9093235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F8FAFC"/>
                </a:solidFill>
                <a:latin typeface="Urbanist"/>
              </a:rPr>
              <a:t>Decision_Versions</a:t>
            </a:r>
            <a:r>
              <a:rPr sz="1350" b="1" i="0" u="none" dirty="0">
                <a:solidFill>
                  <a:srgbClr val="F8FAFC"/>
                </a:solidFill>
                <a:latin typeface="Urbanist"/>
              </a:rPr>
              <a:t>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An immutable tracking table. Every edit generates a new snapshot row to protect historical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4" y="4576762"/>
            <a:ext cx="8992751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F8FAFC"/>
                </a:solidFill>
                <a:latin typeface="Urbanist"/>
              </a:rPr>
              <a:t>Discussion_Messages</a:t>
            </a:r>
            <a:r>
              <a:rPr sz="1350" b="1" i="0" u="none" dirty="0">
                <a:solidFill>
                  <a:srgbClr val="F8FAFC"/>
                </a:solidFill>
                <a:latin typeface="Urbanist"/>
              </a:rPr>
              <a:t>: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 Features a self-referencing relationship (`</a:t>
            </a:r>
            <a:r>
              <a:rPr sz="1350" b="0" i="0" u="none" dirty="0" err="1">
                <a:solidFill>
                  <a:srgbClr val="CBD5E1"/>
                </a:solidFill>
                <a:latin typeface="Urbanist"/>
              </a:rPr>
              <a:t>parent_id</a:t>
            </a:r>
            <a:r>
              <a:rPr sz="1350" b="0" i="0" u="none" dirty="0">
                <a:solidFill>
                  <a:srgbClr val="CBD5E1"/>
                </a:solidFill>
                <a:latin typeface="Urbanist"/>
              </a:rPr>
              <a:t>`) to support deeply nested replies and threaded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Database Architecture </a:t>
            </a:r>
            <a:r>
              <a:rPr sz="3300" b="1" i="0" u="none">
                <a:solidFill>
                  <a:srgbClr val="38BDF8"/>
                </a:solidFill>
                <a:latin typeface="Urbanist"/>
              </a:rPr>
              <a:t>(ERD)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2187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67037"/>
            <a:ext cx="952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29062"/>
            <a:ext cx="9525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33912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D6277A-176C-BDDA-5415-9E5AFAD4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B124A1-EB0A-34B8-1E5D-32B5009BF7B5}"/>
              </a:ext>
            </a:extLst>
          </p:cNvPr>
          <p:cNvSpPr txBox="1"/>
          <p:nvPr/>
        </p:nvSpPr>
        <p:spPr>
          <a:xfrm>
            <a:off x="482321" y="320317"/>
            <a:ext cx="272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91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5562"/>
            <a:ext cx="3492400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595562"/>
            <a:ext cx="3492549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50" y="2595562"/>
            <a:ext cx="3492400" cy="2552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538537"/>
            <a:ext cx="304694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Urbanist"/>
              </a:rPr>
              <a:t>Automated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38587"/>
            <a:ext cx="2901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Intelligently routes decisions. E.g., High-budget items (&gt;$500k) mandate sequential Finance approval; Tech items trigger parallel Engineering reviews.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925" y="353853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Urbanist"/>
              </a:rPr>
              <a:t>Dynamic Risk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925" y="3938587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Evaluates budget and resource demand during creation, auto-assigning </a:t>
            </a:r>
            <a:r>
              <a:rPr sz="1200" b="1" i="0" u="none">
                <a:solidFill>
                  <a:srgbClr val="10B981"/>
                </a:solidFill>
                <a:latin typeface="Urbanist"/>
              </a:rPr>
              <a:t>Low</a:t>
            </a:r>
            <a:r>
              <a:rPr sz="120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200" b="1" i="0" u="none">
                <a:solidFill>
                  <a:srgbClr val="F59E0B"/>
                </a:solidFill>
                <a:latin typeface="Urbanist"/>
              </a:rPr>
              <a:t>Medium</a:t>
            </a:r>
            <a:r>
              <a:rPr sz="1200" b="0" i="0" u="none">
                <a:solidFill>
                  <a:srgbClr val="CBD5E1"/>
                </a:solidFill>
                <a:latin typeface="Urbanist"/>
              </a:rPr>
              <a:t>, or </a:t>
            </a:r>
            <a:r>
              <a:rPr sz="1200" b="1" i="0" u="none">
                <a:solidFill>
                  <a:srgbClr val="EF4444"/>
                </a:solidFill>
                <a:latin typeface="Urbanist"/>
              </a:rPr>
              <a:t>High</a:t>
            </a:r>
            <a:r>
              <a:rPr sz="1200" b="0" i="0" u="none">
                <a:solidFill>
                  <a:srgbClr val="CBD5E1"/>
                </a:solidFill>
                <a:latin typeface="Urbanist"/>
              </a:rPr>
              <a:t> risk scores to flag complex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225" y="3538537"/>
            <a:ext cx="304694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Urbanist"/>
              </a:rPr>
              <a:t>Multi-Role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225" y="3938587"/>
            <a:ext cx="2901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Distinct, dynamic views tailored for Employees (Drafts/Tasks), Reviewers (Pending Approvals), Managers (Team Metrics), and System Admins.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19412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925" y="2919412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225" y="2919412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Implemented </a:t>
            </a:r>
            <a:r>
              <a:rPr sz="3300" b="1" i="0" u="none">
                <a:solidFill>
                  <a:srgbClr val="38BDF8"/>
                </a:solidFill>
                <a:latin typeface="Urbanist"/>
              </a:rPr>
              <a:t>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885950"/>
            <a:ext cx="528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Urbanist"/>
              </a:rPr>
              <a:t>Step-by-step breakdown of a user interaction: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333625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Request: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Flask frontend sends FormData (message, decision_id, file) to FastAPI endpoint.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038475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Validation: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Auth Middleware verifies JWT token and validates MIME type/file extension for security.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743325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Storage: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File is saved locally to `/uploads` with a unique UUID4 non-guessable filename.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4448175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Database: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Inserts row into `Discussion_Messages` and generates an `AuditLog` 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5153025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Response: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React/JS frontend appends comment dynamically upon receiving HTTP 200 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API Flow: </a:t>
            </a:r>
            <a:r>
              <a:rPr sz="3300" b="1" i="0" u="none">
                <a:solidFill>
                  <a:srgbClr val="38BDF8"/>
                </a:solidFill>
                <a:latin typeface="Urbanist"/>
              </a:rPr>
              <a:t>File Uploads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90775"/>
            <a:ext cx="9525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095625"/>
            <a:ext cx="95250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800475"/>
            <a:ext cx="95250" cy="95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505325"/>
            <a:ext cx="95250" cy="95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5210175"/>
            <a:ext cx="95250" cy="952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7CF627-7961-BAB5-5E26-A528BC5BF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81" y="1271290"/>
            <a:ext cx="5698385" cy="5320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Data Security &amp; </a:t>
            </a:r>
            <a:r>
              <a:rPr sz="3300" b="1" i="0" u="none">
                <a:solidFill>
                  <a:srgbClr val="38BDF8"/>
                </a:solidFill>
                <a:latin typeface="Urbanist"/>
              </a:rPr>
              <a:t>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076450"/>
            <a:ext cx="4619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Cryptographic Hashing: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The system utilizes Python's `hashlib` to generate SHA-256 signatures, ensuring data authenticity and preventing DB tampering.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38475"/>
            <a:ext cx="4619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Decision Replay: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Compliance officers can step backward/forward through snapshots to analyze the evolution of past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000500"/>
            <a:ext cx="4619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Live Activity Logging: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Replaced static data with real-time polling against the `ActivityLog` table. Displays dynamic sidebar badges for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962525"/>
            <a:ext cx="4619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Urbanist"/>
              </a:rPr>
              <a:t>Deletion Restrictions:</a:t>
            </a:r>
            <a:r>
              <a:rPr sz="1350" b="0" i="0" u="none">
                <a:solidFill>
                  <a:srgbClr val="CBD5E1"/>
                </a:solidFill>
                <a:latin typeface="Urbanist"/>
              </a:rPr>
              <a:t> Conditional locks prevent standard users from deleting 'Approved' or 'Rejected' records.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3600"/>
            <a:ext cx="9525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95625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57650"/>
            <a:ext cx="952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019675"/>
            <a:ext cx="95250" cy="95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3C866C-6DBD-A9EF-5D13-89746F247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531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Urbanist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 K</cp:lastModifiedBy>
  <cp:revision>1</cp:revision>
  <dcterms:created xsi:type="dcterms:W3CDTF">2013-01-27T09:14:16Z</dcterms:created>
  <dcterms:modified xsi:type="dcterms:W3CDTF">2026-07-24T13:03:27Z</dcterms:modified>
  <cp:category/>
</cp:coreProperties>
</file>